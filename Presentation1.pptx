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093D-D10A-0381-0BF1-3BACA489F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4262C-6F59-70AA-BA99-A7C08111E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FAEF1-25D1-F2FC-AD6B-0B822F07C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15166-2482-D517-B025-F1273D75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05250-A5F6-98AC-B5D3-EB453558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07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AE06-A89A-5EF9-80DD-24B864E5D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1B588-6FD0-A18C-77AD-D1DEF9AF0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FE0D7-66C1-274F-5804-4BC84F882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D4F6C-696F-4901-E2D7-418F6447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7C5BF-AD04-0B07-6588-A4695DD2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79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372D-91DC-9964-8CFB-543BBD02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B1F79-70A9-F6DC-660E-D543C5A19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8694E-7DB3-0895-A95D-EE957438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AC4BC-A39C-2021-C42D-07932481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9907-49F7-F92E-C84B-3F1D80493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81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39C3-8C18-9505-8B44-C36274118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955E-63EB-C371-7A30-E9E7D437C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BEA85-774A-84B3-CFD2-4E898E16E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812AC-2E6F-5E1F-5ED0-96AFDA2A1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DC966-6CC5-2EE0-D8FD-FE69F0957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0EF37-AAB4-9D32-5268-0DF180B3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0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3570-96BE-FC1F-221C-5891E1F02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85106-1476-037D-E0BD-1A8FDCF3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4CD5C-7F8C-667C-B789-567969100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645697-A369-983E-619C-79D963F1CB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DE247-8669-4EBD-8377-4D7C62AB7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ACCBEA-26F2-FEBD-3BBF-75445F12F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F2348-BAC9-E603-6A79-3A968792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45879B-AB97-ECA3-ADD8-4C4AD3AD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1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8382-2678-49F2-253D-15A6EC953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F9CCF4-F038-7AEC-2E3E-9454C5460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A5810-A0D1-E2C5-D0B5-D03E5C069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F8810-720E-8B7E-6459-A07EA56C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1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8B12BB-1A97-5D46-E0E0-B05CED15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22961C-83BE-284A-FA09-03139AD09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E617B-AD68-A809-1A66-816B1DBD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69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B0DB-D5CC-BD5D-85BF-802A0C86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C1327-B3E2-96B0-C471-A2AECA217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F4473-C22F-D382-6D79-65A9F525A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9C6D4-B99D-CA67-3F27-A4D04423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9F7AB-23A0-A0D8-0CCF-748F766A0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21F60-9206-234F-1A27-25B82587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5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74D5-D372-269C-30BA-8FFF60E68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637B0F-ED1C-3603-9E95-B6009A02A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E0600-6EEF-F7F0-EAE4-1D318CD94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36FEB-3A19-CBA9-05BA-BFEEE0D0E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9FC20-433C-E8A0-9F92-57A22E8E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ED696-1B15-6C6A-3F4A-A1FF6404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9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3209-E74F-8867-D2E2-C70D1AC6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93A0D-8303-13AF-F815-A2C3188B7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C16C8-C446-CD09-64AD-D507B9D4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77D28-5544-5475-D02C-4A6C6CF9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E8282-7074-6122-9C7D-595BD6333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4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5D262C-10D5-0829-44B2-8C7C8400D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03AFC-7FC1-52F6-FFC4-58DE4AD75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18928-F199-3AD1-B27C-1E11FE00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57DE2-984F-4E05-D1C0-DFDEC3659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27F7C-F3AB-C224-188A-AD5044F9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9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9F477-54EC-3A04-0207-1A4CD54D9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082AA-BE5B-6DDB-2F92-A5122BA47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18C9-2F11-88D5-6D7B-DFC41CF8E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D43F4-D07C-4979-B993-52A508ED69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01411-CC82-66F8-E842-AA4FA7AF7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8D019-7EEE-C06A-5F58-72C2058FB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13EB5-1A77-4048-BBC9-3EC90506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92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718E0-71C9-F1C3-76CD-2AE1E5DCDD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716ED-F06C-61AC-D4C7-6C27939522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99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494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705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CBCB7-E582-5D59-D6BF-C71B67C2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848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BCA6B-BA76-7454-5E3B-6DAC606F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48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42CE7-849D-ACBC-3883-3A552CA89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38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anuradha jadhav</dc:creator>
  <cp:lastModifiedBy>anuradha jadhav</cp:lastModifiedBy>
  <cp:revision>1</cp:revision>
  <dcterms:created xsi:type="dcterms:W3CDTF">2026-09-02T03:54:55Z</dcterms:created>
  <dcterms:modified xsi:type="dcterms:W3CDTF">2026-09-02T04:07:29Z</dcterms:modified>
</cp:coreProperties>
</file>